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EB85F-D7E7-4C8E-9447-9B6F4A705A9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456750-486B-4411-BF12-264B330DBA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01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9B0F7-A66C-4DAB-3116-90A2C15713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1DFAA-88B8-F5AD-9A2B-9C8079582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77E47-7703-9ACE-CC8A-965F72C9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9A05A-E6BF-A394-6670-25481C38A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53C47-EAC6-82F8-BA2C-7EC1F2C27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02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CE1B-8D64-D0C5-00E5-7E407BDF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51A56-31AA-E753-F94C-B8163ED79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16B0C-64EC-D54F-8E54-F284D7F4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9AC0A-5FA4-28D5-9C94-C5588D89A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C5F87-FBA7-7D9E-2C25-96B31B2B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6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398C8-05AB-7604-DCEC-5C63E162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86975-DC4D-63EF-74BD-D143028FE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C73E2-2F62-10C5-89B5-C70780D77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E6302-24CF-E8B5-6708-3FB4325F2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B521F-03AD-17A4-A444-B4485D452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1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AFA6-9A2F-308E-20BF-66BAB046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F963F-4E4C-6DE4-0CFC-07F2C2C36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C13DF6-8A7D-2ABC-CF21-42BF1F39F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F8526-0131-6501-442D-D63CB5CF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D67BB-6102-01A2-DC2B-BC82EF07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4A64CB-A627-A25E-49EF-390070AF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804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6BA97-FA71-E977-3632-6720DEABA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93E12-207B-1BD3-C225-6F2274C55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37996-7F54-8AA7-E1FD-0CE6F74702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EAED2-36A0-0542-25A5-5A728E6B47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C12C47-E8CC-0AB8-DDFC-12DAE994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FCD4D8-6EFA-176F-2552-848B84706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4575B2-AA8F-3907-5716-AE71B4E91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692BC6-B767-5ABD-CE5A-339FCFED0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00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569FC-C5DC-ACD6-046B-4D05E9BA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EEA798-A94B-EF41-740E-291A1C07D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0BF55F-D5A6-5198-729B-732C13279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2F7201-0170-B0B9-436B-DE65B861B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6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42ECE2-FD85-620A-CC2D-2EFCBFB34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B8E8C-BD1E-E64E-4530-D2DCA6F95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C6E2C-30BC-101D-E2D7-8E409D1A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5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F816F-1132-6389-7FEF-45F87BFA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0B429-6E59-A79F-6956-0C2EAEDA7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AABA3-C190-D74A-4316-7FF5B69F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399BA-1371-C0B6-438E-8AC151A7D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3D3B1-239E-0995-ADB6-B33EE421A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99AC7-F6CB-94C5-2649-B495EF054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1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4EE73-1E7E-58A1-6078-B7E8E826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B4EEC-0610-4131-0447-BF3F043BF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9EB2-4E6B-7FF9-411B-837EE7524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15E4FE-77CF-C40A-108F-FDEFBF44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75760-0BD0-57FD-A106-9AC36E4A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EF6498-5A4E-9BD0-75AF-CED500EA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977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5E6C7-6F24-EACB-B2E0-F2C1ADB26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B563E-F111-F18A-1633-1E1E46967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DD2CB-839B-9061-8455-8BA2912D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797C3-060C-FFD2-597E-435D138DF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EE1B5-6C1B-C19F-20C7-6CBCA054E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43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EEA44-9F32-72ED-63AD-CA9423446A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59DA6-7316-F149-BE69-8DE01E8CC8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0C03D-ADDB-3AE0-A8AF-5AF7D41A5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D4F9A-482A-AB9E-005A-398B15CB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C2F5B-9E21-F103-8CF6-36E88AEEF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7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446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4311B4-877C-5638-B38E-ECE604FA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38BA5-9133-F696-49D5-2CE1F199D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646E3-FB6B-EF0F-D6FC-531EE5A94B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8C3CC-88C9-4EC0-B451-4E083C3157A5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EA60E-418E-3626-29D1-8B57A1F8F6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FEFDA-1913-D001-C1EE-C7B64890F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03C71F-EBF2-4BAD-A151-4E2865B6B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86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i-bot.cn/ecf3ffe481e79ec5542555568c38e249e46a59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D9488">
                  <a:alpha val="95000"/>
                </a:srgbClr>
              </a:gs>
              <a:gs pos="50000">
                <a:srgbClr val="0D9488">
                  <a:alpha val="85000"/>
                </a:srgbClr>
              </a:gs>
              <a:gs pos="100000">
                <a:srgbClr val="DC2626">
                  <a:alpha val="7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381000" y="1680418"/>
            <a:ext cx="10888362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6600" b="1">
                <a:solidFill>
                  <a:srgbClr val="FFFFFF"/>
                </a:solidFill>
                <a:latin typeface="Arial" pitchFamily="34" charset="0"/>
                <a:ea typeface="Liter" pitchFamily="34" charset="-122"/>
                <a:cs typeface="Liter" pitchFamily="34" charset="-120"/>
              </a:rPr>
              <a:t>Hướng dẫn cài đặt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751189"/>
            <a:ext cx="5245099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AI </a:t>
            </a: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cho Nhà khoa học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67273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564356" y="584418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1028699" y="5806083"/>
            <a:ext cx="15856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Tháng 1 năm 2026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604790" y="5748933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9525" y="0"/>
                </a:lnTo>
                <a:lnTo>
                  <a:pt x="95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2842915" y="567273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3026271" y="584418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3490614" y="5748933"/>
            <a:ext cx="213548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Nghiên cứu Khoa học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2318" y="362318"/>
            <a:ext cx="1153982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kern="0" spc="228" dirty="0">
                <a:solidFill>
                  <a:srgbClr val="0D9488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2318" y="652172"/>
            <a:ext cx="11684755" cy="1086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23" b="1">
                <a:solidFill>
                  <a:srgbClr val="1E293B"/>
                </a:solidFill>
                <a:latin typeface="Arial" pitchFamily="34" charset="0"/>
                <a:ea typeface="Liter" pitchFamily="34" charset="-122"/>
                <a:cs typeface="Liter" pitchFamily="34" charset="-120"/>
              </a:rPr>
              <a:t>Cài đặt Cursor (hoặc Windsurf) và Miniconda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31AFB70-6D60-7493-11F2-1B00A8F50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8" y="2815637"/>
            <a:ext cx="5535145" cy="20478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F31AE0C-1D34-4FF4-5B68-6481929499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28" t="4014" r="1335" b="3806"/>
          <a:stretch>
            <a:fillRect/>
          </a:stretch>
        </p:blipFill>
        <p:spPr>
          <a:xfrm>
            <a:off x="6294539" y="2684991"/>
            <a:ext cx="5719482" cy="23091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A0FD6-A03C-0161-C610-DA3CE0502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162" b="26402"/>
          <a:stretch>
            <a:fillRect/>
          </a:stretch>
        </p:blipFill>
        <p:spPr>
          <a:xfrm>
            <a:off x="2985248" y="1811589"/>
            <a:ext cx="6929718" cy="482301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572E0B6-43D4-3155-FF15-E181A874EC50}"/>
              </a:ext>
            </a:extLst>
          </p:cNvPr>
          <p:cNvSpPr/>
          <p:nvPr/>
        </p:nvSpPr>
        <p:spPr>
          <a:xfrm>
            <a:off x="3980330" y="1972954"/>
            <a:ext cx="215153" cy="2868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7EB125-E4C3-AF0F-636B-A76E4919EE2F}"/>
              </a:ext>
            </a:extLst>
          </p:cNvPr>
          <p:cNvSpPr/>
          <p:nvPr/>
        </p:nvSpPr>
        <p:spPr>
          <a:xfrm>
            <a:off x="2510118" y="2564625"/>
            <a:ext cx="2608730" cy="663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A3B439B-26CB-67FB-C73F-FEFA7B9A38CC}"/>
              </a:ext>
            </a:extLst>
          </p:cNvPr>
          <p:cNvSpPr/>
          <p:nvPr/>
        </p:nvSpPr>
        <p:spPr>
          <a:xfrm>
            <a:off x="362318" y="362318"/>
            <a:ext cx="1153982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kern="0" spc="228" dirty="0">
                <a:solidFill>
                  <a:srgbClr val="0D9488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8002ED17-C4EF-C6DD-32C7-DC2A2D0D5F2E}"/>
              </a:ext>
            </a:extLst>
          </p:cNvPr>
          <p:cNvSpPr/>
          <p:nvPr/>
        </p:nvSpPr>
        <p:spPr>
          <a:xfrm>
            <a:off x="362318" y="652172"/>
            <a:ext cx="11684755" cy="1086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23" b="1">
                <a:solidFill>
                  <a:srgbClr val="1E293B"/>
                </a:solidFill>
                <a:latin typeface="Arial" pitchFamily="34" charset="0"/>
                <a:ea typeface="Liter" pitchFamily="34" charset="-122"/>
                <a:cs typeface="Liter" pitchFamily="34" charset="-120"/>
              </a:rPr>
              <a:t>Cài plug-in python trên Cursor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03195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D6B16-285F-D952-85AB-D796C256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4E88E826-DA91-C2EC-4BD9-0A2EC546045D}"/>
              </a:ext>
            </a:extLst>
          </p:cNvPr>
          <p:cNvSpPr/>
          <p:nvPr/>
        </p:nvSpPr>
        <p:spPr>
          <a:xfrm>
            <a:off x="362318" y="362318"/>
            <a:ext cx="11539828" cy="21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41" b="1" kern="0" spc="228" dirty="0">
                <a:solidFill>
                  <a:srgbClr val="0D9488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259C472-7367-0447-6DC6-83BB27779102}"/>
              </a:ext>
            </a:extLst>
          </p:cNvPr>
          <p:cNvSpPr/>
          <p:nvPr/>
        </p:nvSpPr>
        <p:spPr>
          <a:xfrm>
            <a:off x="362318" y="652172"/>
            <a:ext cx="11684755" cy="1086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23" b="1">
                <a:solidFill>
                  <a:srgbClr val="1E293B"/>
                </a:solidFill>
                <a:latin typeface="Arial" pitchFamily="34" charset="0"/>
                <a:ea typeface="Liter" pitchFamily="34" charset="-122"/>
                <a:cs typeface="Liter" pitchFamily="34" charset="-120"/>
              </a:rPr>
              <a:t>Cài plug-in python trên Cursor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C8E082-AD5A-94D0-5C64-AD3F64D461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53" r="28823" b="82763"/>
          <a:stretch>
            <a:fillRect/>
          </a:stretch>
        </p:blipFill>
        <p:spPr>
          <a:xfrm>
            <a:off x="145069" y="3971910"/>
            <a:ext cx="5589585" cy="1253181"/>
          </a:xfrm>
          <a:prstGeom prst="rect">
            <a:avLst/>
          </a:prstGeom>
        </p:spPr>
      </p:pic>
      <p:sp>
        <p:nvSpPr>
          <p:cNvPr id="9" name="Shape 2">
            <a:extLst>
              <a:ext uri="{FF2B5EF4-FFF2-40B4-BE49-F238E27FC236}">
                <a16:creationId xmlns:a16="http://schemas.microsoft.com/office/drawing/2014/main" id="{24F66F9A-129A-2A08-1CAB-31FB2D171C29}"/>
              </a:ext>
            </a:extLst>
          </p:cNvPr>
          <p:cNvSpPr/>
          <p:nvPr/>
        </p:nvSpPr>
        <p:spPr>
          <a:xfrm>
            <a:off x="362318" y="1956517"/>
            <a:ext cx="5624987" cy="1798003"/>
          </a:xfrm>
          <a:custGeom>
            <a:avLst/>
            <a:gdLst/>
            <a:ahLst/>
            <a:cxnLst/>
            <a:rect l="l" t="t" r="r" b="b"/>
            <a:pathLst>
              <a:path w="5624987" h="2925718">
                <a:moveTo>
                  <a:pt x="144940" y="0"/>
                </a:moveTo>
                <a:lnTo>
                  <a:pt x="5480047" y="0"/>
                </a:lnTo>
                <a:cubicBezTo>
                  <a:pt x="5560095" y="0"/>
                  <a:pt x="5624987" y="64892"/>
                  <a:pt x="5624987" y="144940"/>
                </a:cubicBezTo>
                <a:lnTo>
                  <a:pt x="5624987" y="2780778"/>
                </a:lnTo>
                <a:cubicBezTo>
                  <a:pt x="5624987" y="2860772"/>
                  <a:pt x="5560041" y="2925718"/>
                  <a:pt x="5480047" y="2925718"/>
                </a:cubicBezTo>
                <a:lnTo>
                  <a:pt x="144940" y="2925718"/>
                </a:lnTo>
                <a:cubicBezTo>
                  <a:pt x="64892" y="2925718"/>
                  <a:pt x="0" y="2860826"/>
                  <a:pt x="0" y="2780778"/>
                </a:cubicBezTo>
                <a:lnTo>
                  <a:pt x="0" y="144940"/>
                </a:lnTo>
                <a:cubicBezTo>
                  <a:pt x="0" y="64945"/>
                  <a:pt x="64945" y="0"/>
                  <a:pt x="1449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869" dist="9057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D7FD719-A16D-2315-3A74-CEE0C8EE4304}"/>
              </a:ext>
            </a:extLst>
          </p:cNvPr>
          <p:cNvSpPr/>
          <p:nvPr/>
        </p:nvSpPr>
        <p:spPr>
          <a:xfrm>
            <a:off x="579709" y="2173908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289854" y="0"/>
                </a:moveTo>
                <a:lnTo>
                  <a:pt x="289854" y="0"/>
                </a:lnTo>
                <a:cubicBezTo>
                  <a:pt x="449937" y="0"/>
                  <a:pt x="579709" y="129772"/>
                  <a:pt x="579709" y="289854"/>
                </a:cubicBezTo>
                <a:lnTo>
                  <a:pt x="579709" y="289854"/>
                </a:lnTo>
                <a:cubicBezTo>
                  <a:pt x="579709" y="449937"/>
                  <a:pt x="449937" y="579709"/>
                  <a:pt x="289854" y="579709"/>
                </a:cubicBezTo>
                <a:lnTo>
                  <a:pt x="289854" y="579709"/>
                </a:lnTo>
                <a:cubicBezTo>
                  <a:pt x="129772" y="579709"/>
                  <a:pt x="0" y="449937"/>
                  <a:pt x="0" y="289854"/>
                </a:cubicBezTo>
                <a:lnTo>
                  <a:pt x="0" y="289854"/>
                </a:lnTo>
                <a:cubicBezTo>
                  <a:pt x="0" y="129772"/>
                  <a:pt x="129772" y="0"/>
                  <a:pt x="289854" y="0"/>
                </a:cubicBezTo>
                <a:close/>
              </a:path>
            </a:pathLst>
          </a:custGeom>
          <a:solidFill>
            <a:srgbClr val="0D948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E8596386-A917-C386-3B7D-7F53DFB3FDD1}"/>
              </a:ext>
            </a:extLst>
          </p:cNvPr>
          <p:cNvSpPr/>
          <p:nvPr/>
        </p:nvSpPr>
        <p:spPr>
          <a:xfrm>
            <a:off x="788042" y="2355067"/>
            <a:ext cx="163043" cy="217391"/>
          </a:xfrm>
          <a:custGeom>
            <a:avLst/>
            <a:gdLst/>
            <a:ahLst/>
            <a:cxnLst/>
            <a:rect l="l" t="t" r="r" b="b"/>
            <a:pathLst>
              <a:path w="163043" h="217391">
                <a:moveTo>
                  <a:pt x="124363" y="163043"/>
                </a:moveTo>
                <a:cubicBezTo>
                  <a:pt x="127462" y="153575"/>
                  <a:pt x="133661" y="144998"/>
                  <a:pt x="140667" y="137610"/>
                </a:cubicBezTo>
                <a:cubicBezTo>
                  <a:pt x="154551" y="123004"/>
                  <a:pt x="163043" y="103261"/>
                  <a:pt x="163043" y="81522"/>
                </a:cubicBezTo>
                <a:cubicBezTo>
                  <a:pt x="163043" y="36515"/>
                  <a:pt x="126528" y="0"/>
                  <a:pt x="81522" y="0"/>
                </a:cubicBezTo>
                <a:cubicBezTo>
                  <a:pt x="36515" y="0"/>
                  <a:pt x="0" y="36515"/>
                  <a:pt x="0" y="81522"/>
                </a:cubicBezTo>
                <a:cubicBezTo>
                  <a:pt x="0" y="103261"/>
                  <a:pt x="8492" y="123004"/>
                  <a:pt x="22376" y="137610"/>
                </a:cubicBezTo>
                <a:cubicBezTo>
                  <a:pt x="29382" y="144998"/>
                  <a:pt x="35623" y="153575"/>
                  <a:pt x="38680" y="163043"/>
                </a:cubicBezTo>
                <a:lnTo>
                  <a:pt x="124320" y="163043"/>
                </a:lnTo>
                <a:close/>
                <a:moveTo>
                  <a:pt x="122282" y="183423"/>
                </a:moveTo>
                <a:lnTo>
                  <a:pt x="40761" y="183423"/>
                </a:lnTo>
                <a:lnTo>
                  <a:pt x="40761" y="190217"/>
                </a:lnTo>
                <a:cubicBezTo>
                  <a:pt x="40761" y="208984"/>
                  <a:pt x="55961" y="224184"/>
                  <a:pt x="74728" y="224184"/>
                </a:cubicBezTo>
                <a:lnTo>
                  <a:pt x="88315" y="224184"/>
                </a:lnTo>
                <a:cubicBezTo>
                  <a:pt x="107082" y="224184"/>
                  <a:pt x="122282" y="208984"/>
                  <a:pt x="122282" y="190217"/>
                </a:cubicBezTo>
                <a:lnTo>
                  <a:pt x="122282" y="183423"/>
                </a:lnTo>
                <a:close/>
                <a:moveTo>
                  <a:pt x="78125" y="47554"/>
                </a:moveTo>
                <a:cubicBezTo>
                  <a:pt x="61226" y="47554"/>
                  <a:pt x="47554" y="61226"/>
                  <a:pt x="47554" y="78125"/>
                </a:cubicBezTo>
                <a:cubicBezTo>
                  <a:pt x="47554" y="83772"/>
                  <a:pt x="43011" y="88315"/>
                  <a:pt x="37364" y="88315"/>
                </a:cubicBezTo>
                <a:cubicBezTo>
                  <a:pt x="31717" y="88315"/>
                  <a:pt x="27174" y="83772"/>
                  <a:pt x="27174" y="78125"/>
                </a:cubicBezTo>
                <a:cubicBezTo>
                  <a:pt x="27174" y="49974"/>
                  <a:pt x="49974" y="27174"/>
                  <a:pt x="78125" y="27174"/>
                </a:cubicBezTo>
                <a:cubicBezTo>
                  <a:pt x="83772" y="27174"/>
                  <a:pt x="88315" y="31717"/>
                  <a:pt x="88315" y="37364"/>
                </a:cubicBezTo>
                <a:cubicBezTo>
                  <a:pt x="88315" y="43011"/>
                  <a:pt x="83772" y="47554"/>
                  <a:pt x="78125" y="4755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E851A79-33DD-A284-41AB-031B65540064}"/>
              </a:ext>
            </a:extLst>
          </p:cNvPr>
          <p:cNvSpPr/>
          <p:nvPr/>
        </p:nvSpPr>
        <p:spPr>
          <a:xfrm>
            <a:off x="1304344" y="2300719"/>
            <a:ext cx="4074479" cy="32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0" b="1">
                <a:solidFill>
                  <a:srgbClr val="1E293B"/>
                </a:solidFill>
                <a:latin typeface="Arial" pitchFamily="34" charset="0"/>
                <a:ea typeface="Liter" pitchFamily="34" charset="-122"/>
                <a:cs typeface="Liter" pitchFamily="34" charset="-120"/>
              </a:rPr>
              <a:t>Thêm miniconda vào Cursor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23940198-167A-E617-163D-9FCB8CFDD6EF}"/>
              </a:ext>
            </a:extLst>
          </p:cNvPr>
          <p:cNvSpPr/>
          <p:nvPr/>
        </p:nvSpPr>
        <p:spPr>
          <a:xfrm>
            <a:off x="579709" y="2971007"/>
            <a:ext cx="5271727" cy="53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>
                <a:solidFill>
                  <a:srgbClr val="1E293B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Ấn </a:t>
            </a:r>
            <a:r>
              <a:rPr lang="en-US" sz="1284" b="1">
                <a:solidFill>
                  <a:srgbClr val="0D9488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Ctrl +Shift + P</a:t>
            </a:r>
            <a:r>
              <a:rPr lang="en-US" sz="1284">
                <a:solidFill>
                  <a:srgbClr val="1E293B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 gõ “Python: Select interpreter”, chọn một môi trường nào đó, mặc định là “base”</a:t>
            </a:r>
            <a:endParaRPr lang="en-US" sz="16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7EAB1220-7578-AB02-908C-CA5561814D9C}"/>
              </a:ext>
            </a:extLst>
          </p:cNvPr>
          <p:cNvSpPr/>
          <p:nvPr/>
        </p:nvSpPr>
        <p:spPr>
          <a:xfrm>
            <a:off x="6203563" y="1956517"/>
            <a:ext cx="5624987" cy="1798003"/>
          </a:xfrm>
          <a:custGeom>
            <a:avLst/>
            <a:gdLst/>
            <a:ahLst/>
            <a:cxnLst/>
            <a:rect l="l" t="t" r="r" b="b"/>
            <a:pathLst>
              <a:path w="5624987" h="2925718">
                <a:moveTo>
                  <a:pt x="144940" y="0"/>
                </a:moveTo>
                <a:lnTo>
                  <a:pt x="5480047" y="0"/>
                </a:lnTo>
                <a:cubicBezTo>
                  <a:pt x="5560095" y="0"/>
                  <a:pt x="5624987" y="64892"/>
                  <a:pt x="5624987" y="144940"/>
                </a:cubicBezTo>
                <a:lnTo>
                  <a:pt x="5624987" y="2780778"/>
                </a:lnTo>
                <a:cubicBezTo>
                  <a:pt x="5624987" y="2860772"/>
                  <a:pt x="5560041" y="2925718"/>
                  <a:pt x="5480047" y="2925718"/>
                </a:cubicBezTo>
                <a:lnTo>
                  <a:pt x="144940" y="2925718"/>
                </a:lnTo>
                <a:cubicBezTo>
                  <a:pt x="64892" y="2925718"/>
                  <a:pt x="0" y="2860826"/>
                  <a:pt x="0" y="2780778"/>
                </a:cubicBezTo>
                <a:lnTo>
                  <a:pt x="0" y="144940"/>
                </a:lnTo>
                <a:cubicBezTo>
                  <a:pt x="0" y="64945"/>
                  <a:pt x="64945" y="0"/>
                  <a:pt x="14494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5869" dist="90579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52B92A72-3EF0-2E58-70A1-11DA0D6539CF}"/>
              </a:ext>
            </a:extLst>
          </p:cNvPr>
          <p:cNvSpPr/>
          <p:nvPr/>
        </p:nvSpPr>
        <p:spPr>
          <a:xfrm>
            <a:off x="6420954" y="2173908"/>
            <a:ext cx="579709" cy="579709"/>
          </a:xfrm>
          <a:custGeom>
            <a:avLst/>
            <a:gdLst/>
            <a:ahLst/>
            <a:cxnLst/>
            <a:rect l="l" t="t" r="r" b="b"/>
            <a:pathLst>
              <a:path w="579709" h="579709">
                <a:moveTo>
                  <a:pt x="289854" y="0"/>
                </a:moveTo>
                <a:lnTo>
                  <a:pt x="289854" y="0"/>
                </a:lnTo>
                <a:cubicBezTo>
                  <a:pt x="449937" y="0"/>
                  <a:pt x="579709" y="129772"/>
                  <a:pt x="579709" y="289854"/>
                </a:cubicBezTo>
                <a:lnTo>
                  <a:pt x="579709" y="289854"/>
                </a:lnTo>
                <a:cubicBezTo>
                  <a:pt x="579709" y="449937"/>
                  <a:pt x="449937" y="579709"/>
                  <a:pt x="289854" y="579709"/>
                </a:cubicBezTo>
                <a:lnTo>
                  <a:pt x="289854" y="579709"/>
                </a:lnTo>
                <a:cubicBezTo>
                  <a:pt x="129772" y="579709"/>
                  <a:pt x="0" y="449937"/>
                  <a:pt x="0" y="289854"/>
                </a:cubicBezTo>
                <a:lnTo>
                  <a:pt x="0" y="289854"/>
                </a:lnTo>
                <a:cubicBezTo>
                  <a:pt x="0" y="129772"/>
                  <a:pt x="129772" y="0"/>
                  <a:pt x="289854" y="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7BBB275F-9159-CD30-FD25-E0E97B8EE9A0}"/>
              </a:ext>
            </a:extLst>
          </p:cNvPr>
          <p:cNvSpPr/>
          <p:nvPr/>
        </p:nvSpPr>
        <p:spPr>
          <a:xfrm>
            <a:off x="7145590" y="2300719"/>
            <a:ext cx="2554464" cy="326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40" b="1">
                <a:solidFill>
                  <a:srgbClr val="1E293B"/>
                </a:solidFill>
                <a:latin typeface="Arial" pitchFamily="34" charset="0"/>
                <a:ea typeface="Liter" pitchFamily="34" charset="-122"/>
                <a:cs typeface="Liter" pitchFamily="34" charset="-120"/>
              </a:rPr>
              <a:t>Chỉnh lại terminal</a:t>
            </a:r>
            <a:endParaRPr lang="en-US" sz="16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73075C66-598A-DFE1-6F0D-7B30CA9BBBA5}"/>
              </a:ext>
            </a:extLst>
          </p:cNvPr>
          <p:cNvSpPr/>
          <p:nvPr/>
        </p:nvSpPr>
        <p:spPr>
          <a:xfrm>
            <a:off x="6420954" y="2971007"/>
            <a:ext cx="5271727" cy="53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84">
                <a:solidFill>
                  <a:srgbClr val="1E293B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Ấn </a:t>
            </a:r>
            <a:r>
              <a:rPr lang="en-US" sz="1284" b="1">
                <a:solidFill>
                  <a:srgbClr val="0D9488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Ctrl +Shift + P</a:t>
            </a:r>
            <a:r>
              <a:rPr lang="en-US" sz="1284">
                <a:solidFill>
                  <a:srgbClr val="1E293B"/>
                </a:solidFill>
                <a:latin typeface="Arial" pitchFamily="34" charset="0"/>
                <a:ea typeface="Quattrocento Sans" pitchFamily="34" charset="-122"/>
                <a:cs typeface="Quattrocento Sans" pitchFamily="34" charset="-120"/>
              </a:rPr>
              <a:t> gõ “Terminal: Select Default Profile”, chọn “Command prompt”</a:t>
            </a: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E4E96E2-2705-2561-ABFB-5861450A0C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990"/>
          <a:stretch>
            <a:fillRect/>
          </a:stretch>
        </p:blipFill>
        <p:spPr>
          <a:xfrm>
            <a:off x="788042" y="5581041"/>
            <a:ext cx="4421875" cy="1129553"/>
          </a:xfrm>
          <a:prstGeom prst="rect">
            <a:avLst/>
          </a:prstGeom>
        </p:spPr>
      </p:pic>
      <p:sp>
        <p:nvSpPr>
          <p:cNvPr id="31" name="Shape 4">
            <a:extLst>
              <a:ext uri="{FF2B5EF4-FFF2-40B4-BE49-F238E27FC236}">
                <a16:creationId xmlns:a16="http://schemas.microsoft.com/office/drawing/2014/main" id="{56CFAC1A-5E1E-56BD-A65C-7CFA62E3CBC4}"/>
              </a:ext>
            </a:extLst>
          </p:cNvPr>
          <p:cNvSpPr/>
          <p:nvPr/>
        </p:nvSpPr>
        <p:spPr>
          <a:xfrm>
            <a:off x="6629286" y="2373701"/>
            <a:ext cx="163043" cy="217391"/>
          </a:xfrm>
          <a:custGeom>
            <a:avLst/>
            <a:gdLst/>
            <a:ahLst/>
            <a:cxnLst/>
            <a:rect l="l" t="t" r="r" b="b"/>
            <a:pathLst>
              <a:path w="163043" h="217391">
                <a:moveTo>
                  <a:pt x="124363" y="163043"/>
                </a:moveTo>
                <a:cubicBezTo>
                  <a:pt x="127462" y="153575"/>
                  <a:pt x="133661" y="144998"/>
                  <a:pt x="140667" y="137610"/>
                </a:cubicBezTo>
                <a:cubicBezTo>
                  <a:pt x="154551" y="123004"/>
                  <a:pt x="163043" y="103261"/>
                  <a:pt x="163043" y="81522"/>
                </a:cubicBezTo>
                <a:cubicBezTo>
                  <a:pt x="163043" y="36515"/>
                  <a:pt x="126528" y="0"/>
                  <a:pt x="81522" y="0"/>
                </a:cubicBezTo>
                <a:cubicBezTo>
                  <a:pt x="36515" y="0"/>
                  <a:pt x="0" y="36515"/>
                  <a:pt x="0" y="81522"/>
                </a:cubicBezTo>
                <a:cubicBezTo>
                  <a:pt x="0" y="103261"/>
                  <a:pt x="8492" y="123004"/>
                  <a:pt x="22376" y="137610"/>
                </a:cubicBezTo>
                <a:cubicBezTo>
                  <a:pt x="29382" y="144998"/>
                  <a:pt x="35623" y="153575"/>
                  <a:pt x="38680" y="163043"/>
                </a:cubicBezTo>
                <a:lnTo>
                  <a:pt x="124320" y="163043"/>
                </a:lnTo>
                <a:close/>
                <a:moveTo>
                  <a:pt x="122282" y="183423"/>
                </a:moveTo>
                <a:lnTo>
                  <a:pt x="40761" y="183423"/>
                </a:lnTo>
                <a:lnTo>
                  <a:pt x="40761" y="190217"/>
                </a:lnTo>
                <a:cubicBezTo>
                  <a:pt x="40761" y="208984"/>
                  <a:pt x="55961" y="224184"/>
                  <a:pt x="74728" y="224184"/>
                </a:cubicBezTo>
                <a:lnTo>
                  <a:pt x="88315" y="224184"/>
                </a:lnTo>
                <a:cubicBezTo>
                  <a:pt x="107082" y="224184"/>
                  <a:pt x="122282" y="208984"/>
                  <a:pt x="122282" y="190217"/>
                </a:cubicBezTo>
                <a:lnTo>
                  <a:pt x="122282" y="183423"/>
                </a:lnTo>
                <a:close/>
                <a:moveTo>
                  <a:pt x="78125" y="47554"/>
                </a:moveTo>
                <a:cubicBezTo>
                  <a:pt x="61226" y="47554"/>
                  <a:pt x="47554" y="61226"/>
                  <a:pt x="47554" y="78125"/>
                </a:cubicBezTo>
                <a:cubicBezTo>
                  <a:pt x="47554" y="83772"/>
                  <a:pt x="43011" y="88315"/>
                  <a:pt x="37364" y="88315"/>
                </a:cubicBezTo>
                <a:cubicBezTo>
                  <a:pt x="31717" y="88315"/>
                  <a:pt x="27174" y="83772"/>
                  <a:pt x="27174" y="78125"/>
                </a:cubicBezTo>
                <a:cubicBezTo>
                  <a:pt x="27174" y="49974"/>
                  <a:pt x="49974" y="27174"/>
                  <a:pt x="78125" y="27174"/>
                </a:cubicBezTo>
                <a:cubicBezTo>
                  <a:pt x="83772" y="27174"/>
                  <a:pt x="88315" y="31717"/>
                  <a:pt x="88315" y="37364"/>
                </a:cubicBezTo>
                <a:cubicBezTo>
                  <a:pt x="88315" y="43011"/>
                  <a:pt x="83772" y="47554"/>
                  <a:pt x="78125" y="4755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30B543E-3A9A-A872-BE56-C10E7207D4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4563"/>
          <a:stretch>
            <a:fillRect/>
          </a:stretch>
        </p:blipFill>
        <p:spPr>
          <a:xfrm>
            <a:off x="6254730" y="3954313"/>
            <a:ext cx="5619750" cy="132537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55C89D-5B91-1B7A-E00E-80EA397005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2366"/>
          <a:stretch>
            <a:fillRect/>
          </a:stretch>
        </p:blipFill>
        <p:spPr>
          <a:xfrm>
            <a:off x="6254730" y="5551202"/>
            <a:ext cx="5638800" cy="10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90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7" grpId="0" animBg="1"/>
      <p:bldP spid="18" grpId="0" animBg="1"/>
      <p:bldP spid="20" grpId="0" animBg="1"/>
      <p:bldP spid="21" grpId="0" animBg="1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96</Words>
  <Application>Microsoft Office PowerPoint</Application>
  <PresentationFormat>Widescreen</PresentationFormat>
  <Paragraphs>16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Dang</dc:creator>
  <cp:lastModifiedBy>Minh Dang</cp:lastModifiedBy>
  <cp:revision>1</cp:revision>
  <dcterms:created xsi:type="dcterms:W3CDTF">2026-01-28T06:36:11Z</dcterms:created>
  <dcterms:modified xsi:type="dcterms:W3CDTF">2026-01-28T06:52:39Z</dcterms:modified>
</cp:coreProperties>
</file>