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7" r:id="rId2"/>
    <p:sldId id="259" r:id="rId3"/>
    <p:sldId id="260" r:id="rId4"/>
    <p:sldId id="261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AFEB85F-D7E7-4C8E-9447-9B6F4A705A9A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456750-486B-4411-BF12-264B330DBA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89017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9B0F7-A66C-4DAB-3116-90A2C15713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F1DFAA-88B8-F5AD-9A2B-9C80795825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A77E47-7703-9ACE-CC8A-965F72C9B6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28C3CC-88C9-4EC0-B451-4E083C3157A5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E9A05A-E6BF-A394-6670-25481C38A7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253C47-EAC6-82F8-BA2C-7EC1F2C271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03C71F-EBF2-4BAD-A151-4E2865B6BF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35023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2CE1B-8D64-D0C5-00E5-7E407BDFE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151A56-31AA-E753-F94C-B8163ED79E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116B0C-64EC-D54F-8E54-F284D7F4D0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28C3CC-88C9-4EC0-B451-4E083C3157A5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69AC0A-5FA4-28D5-9C94-C5588D89AB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4C5F87-FBA7-7D9E-2C25-96B31B2B53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03C71F-EBF2-4BAD-A151-4E2865B6BF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63639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0398C8-05AB-7604-DCEC-5C63E16292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D86975-DC4D-63EF-74BD-D143028FE3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9C73E2-2F62-10C5-89B5-C70780D77B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28C3CC-88C9-4EC0-B451-4E083C3157A5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E6302-24CF-E8B5-6708-3FB4325F28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4B521F-03AD-17A4-A444-B4485D4521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03C71F-EBF2-4BAD-A151-4E2865B6BF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61170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DAFA6-9A2F-308E-20BF-66BAB0464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7F963F-4E4C-6DE4-0CFC-07F2C2C36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C13DF6-8A7D-2ABC-CF21-42BF1F39F7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3F8526-0131-6501-442D-D63CB5CFF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28C3CC-88C9-4EC0-B451-4E083C3157A5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0D67BB-6102-01A2-DC2B-BC82EF070B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4A64CB-A627-A25E-49EF-390070AF8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03C71F-EBF2-4BAD-A151-4E2865B6BF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8044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56BA97-FA71-E977-3632-6720DEABA7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993E12-207B-1BD3-C225-6F2274C555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437996-7F54-8AA7-E1FD-0CE6F74702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8EAED2-36A0-0542-25A5-5A728E6B47C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C12C47-E8CC-0AB8-DDFC-12DAE994478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CFCD4D8-6EFA-176F-2552-848B84706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28C3CC-88C9-4EC0-B451-4E083C3157A5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D4575B2-AA8F-3907-5716-AE71B4E91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0692BC6-B767-5ABD-CE5A-339FCFED0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03C71F-EBF2-4BAD-A151-4E2865B6BF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0032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A569FC-C5DC-ACD6-046B-4D05E9BAE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EEA798-A94B-EF41-740E-291A1C07DC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28C3CC-88C9-4EC0-B451-4E083C3157A5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0BF55F-D5A6-5198-729B-732C13279A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2F7201-0170-B0B9-436B-DE65B861B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03C71F-EBF2-4BAD-A151-4E2865B6BF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1561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D42ECE2-FD85-620A-CC2D-2EFCBFB34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28C3CC-88C9-4EC0-B451-4E083C3157A5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9AB8E8C-BD1E-E64E-4530-D2DCA6F95D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5C6E2C-30BC-101D-E2D7-8E409D1A0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03C71F-EBF2-4BAD-A151-4E2865B6BF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459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DF816F-1132-6389-7FEF-45F87BFAF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50B429-6E59-A79F-6956-0C2EAEDA79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4AABA3-C190-D74A-4316-7FF5B69F0B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4399BA-1371-C0B6-438E-8AC151A7D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28C3CC-88C9-4EC0-B451-4E083C3157A5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43D3B1-239E-0995-ADB6-B33EE421AD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699AC7-F6CB-94C5-2649-B495EF054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03C71F-EBF2-4BAD-A151-4E2865B6BF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8819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4EE73-1E7E-58A1-6078-B7E8E826C1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25B4EEC-0610-4131-0447-BF3F043BFD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D69EB2-4E6B-7FF9-411B-837EE7524C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15E4FE-77CF-C40A-108F-FDEFBF44C5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28C3CC-88C9-4EC0-B451-4E083C3157A5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E75760-0BD0-57FD-A106-9AC36E4A9D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EF6498-5A4E-9BD0-75AF-CED500EAA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03C71F-EBF2-4BAD-A151-4E2865B6BF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9776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5E6C7-6F24-EACB-B2E0-F2C1ADB26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7B563E-F111-F18A-1633-1E1E46967C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9DD2CB-839B-9061-8455-8BA2912D71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28C3CC-88C9-4EC0-B451-4E083C3157A5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4797C3-060C-FFD2-597E-435D138DF8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5EE1B5-6C1B-C19F-20C7-6CBCA054E4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03C71F-EBF2-4BAD-A151-4E2865B6BF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64369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FCEEA44-9F32-72ED-63AD-CA9423446A8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059DA6-7316-F149-BE69-8DE01E8CC8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10C03D-ADDB-3AE0-A8AF-5AF7D41A5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28C3CC-88C9-4EC0-B451-4E083C3157A5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FD4F9A-482A-AB9E-005A-398B15CBC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1C2F5B-9E21-F103-8CF6-36E88AEEF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03C71F-EBF2-4BAD-A151-4E2865B6BF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076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44655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64311B4-877C-5638-B38E-ECE604FA3A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538BA5-9133-F696-49D5-2CE1F199DA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5646E3-FB6B-EF0F-D6FC-531EE5A94BA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28C3CC-88C9-4EC0-B451-4E083C3157A5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0EA60E-418E-3626-29D1-8B57A1F8F6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FFEFDA-1913-D001-C1EE-C7B64890F8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03C71F-EBF2-4BAD-A151-4E2865B6BF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5867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www.anaconda.com/download" TargetMode="External"/><Relationship Id="rId5" Type="http://schemas.openxmlformats.org/officeDocument/2006/relationships/hyperlink" Target="https://cursor.com/download" TargetMode="Externa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ai-bot.cn/ecf3ffe481e79ec5542555568c38e249e46a5922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0D9488">
                  <a:alpha val="95000"/>
                </a:srgbClr>
              </a:gs>
              <a:gs pos="50000">
                <a:srgbClr val="0D9488">
                  <a:alpha val="85000"/>
                </a:srgbClr>
              </a:gs>
              <a:gs pos="100000">
                <a:srgbClr val="DC2626">
                  <a:alpha val="7500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/>
          </a:p>
        </p:txBody>
      </p:sp>
      <p:sp>
        <p:nvSpPr>
          <p:cNvPr id="6" name="Text 3"/>
          <p:cNvSpPr/>
          <p:nvPr/>
        </p:nvSpPr>
        <p:spPr>
          <a:xfrm>
            <a:off x="381000" y="1680418"/>
            <a:ext cx="10888362" cy="276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6600" b="1">
                <a:solidFill>
                  <a:srgbClr val="FFFFFF"/>
                </a:solidFill>
                <a:latin typeface="Arial" pitchFamily="34" charset="0"/>
                <a:ea typeface="Liter" pitchFamily="34" charset="-122"/>
                <a:cs typeface="Liter" pitchFamily="34" charset="-120"/>
              </a:rPr>
              <a:t>Hướng dẫn cài đặt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381000" y="4751189"/>
            <a:ext cx="5245099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2250">
                <a:solidFill>
                  <a:srgbClr val="FFFFFF">
                    <a:alpha val="90000"/>
                  </a:srgbClr>
                </a:solidFill>
                <a:latin typeface="Arial" pitchFamily="34" charset="0"/>
                <a:ea typeface="Quattrocento Sans" pitchFamily="34" charset="-122"/>
                <a:cs typeface="Quattrocento Sans" pitchFamily="34" charset="-120"/>
              </a:rPr>
              <a:t>AI </a:t>
            </a:r>
            <a:r>
              <a:rPr lang="en-US" sz="2250" dirty="0">
                <a:solidFill>
                  <a:srgbClr val="FFFFFF">
                    <a:alpha val="90000"/>
                  </a:srgbClr>
                </a:solidFill>
                <a:latin typeface="Arial" pitchFamily="34" charset="0"/>
                <a:ea typeface="Quattrocento Sans" pitchFamily="34" charset="-122"/>
                <a:cs typeface="Quattrocento Sans" pitchFamily="34" charset="-120"/>
              </a:rPr>
              <a:t>cho Nhà khoa học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81000" y="5672733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>
                <a:moveTo>
                  <a:pt x="266700" y="0"/>
                </a:moveTo>
                <a:lnTo>
                  <a:pt x="266700" y="0"/>
                </a:lnTo>
                <a:cubicBezTo>
                  <a:pt x="413896" y="0"/>
                  <a:pt x="533400" y="119504"/>
                  <a:pt x="533400" y="266700"/>
                </a:cubicBezTo>
                <a:lnTo>
                  <a:pt x="533400" y="266700"/>
                </a:lnTo>
                <a:cubicBezTo>
                  <a:pt x="533400" y="413896"/>
                  <a:pt x="413896" y="533400"/>
                  <a:pt x="266700" y="533400"/>
                </a:cubicBezTo>
                <a:lnTo>
                  <a:pt x="266700" y="533400"/>
                </a:lnTo>
                <a:cubicBezTo>
                  <a:pt x="119504" y="533400"/>
                  <a:pt x="0" y="413896"/>
                  <a:pt x="0" y="266700"/>
                </a:cubicBezTo>
                <a:lnTo>
                  <a:pt x="0" y="266700"/>
                </a:lnTo>
                <a:cubicBezTo>
                  <a:pt x="0" y="119504"/>
                  <a:pt x="119504" y="0"/>
                  <a:pt x="266700" y="0"/>
                </a:cubicBezTo>
                <a:close/>
              </a:path>
            </a:pathLst>
          </a:cu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6"/>
          <p:cNvSpPr/>
          <p:nvPr/>
        </p:nvSpPr>
        <p:spPr>
          <a:xfrm>
            <a:off x="564356" y="5844183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47625" y="0"/>
                </a:moveTo>
                <a:cubicBezTo>
                  <a:pt x="41039" y="0"/>
                  <a:pt x="35719" y="5321"/>
                  <a:pt x="35719" y="11906"/>
                </a:cubicBezTo>
                <a:lnTo>
                  <a:pt x="35719" y="23812"/>
                </a:lnTo>
                <a:lnTo>
                  <a:pt x="23812" y="23812"/>
                </a:lnTo>
                <a:cubicBezTo>
                  <a:pt x="10678" y="23812"/>
                  <a:pt x="0" y="34491"/>
                  <a:pt x="0" y="47625"/>
                </a:cubicBezTo>
                <a:lnTo>
                  <a:pt x="0" y="65484"/>
                </a:lnTo>
                <a:lnTo>
                  <a:pt x="166688" y="65484"/>
                </a:lnTo>
                <a:lnTo>
                  <a:pt x="166688" y="47625"/>
                </a:lnTo>
                <a:cubicBezTo>
                  <a:pt x="166688" y="34491"/>
                  <a:pt x="156009" y="23812"/>
                  <a:pt x="142875" y="23812"/>
                </a:cubicBezTo>
                <a:lnTo>
                  <a:pt x="130969" y="23812"/>
                </a:lnTo>
                <a:lnTo>
                  <a:pt x="130969" y="11906"/>
                </a:lnTo>
                <a:cubicBezTo>
                  <a:pt x="130969" y="5321"/>
                  <a:pt x="125648" y="0"/>
                  <a:pt x="119063" y="0"/>
                </a:cubicBezTo>
                <a:cubicBezTo>
                  <a:pt x="112477" y="0"/>
                  <a:pt x="107156" y="5321"/>
                  <a:pt x="107156" y="11906"/>
                </a:cubicBezTo>
                <a:lnTo>
                  <a:pt x="107156" y="23812"/>
                </a:lnTo>
                <a:lnTo>
                  <a:pt x="59531" y="23812"/>
                </a:lnTo>
                <a:lnTo>
                  <a:pt x="59531" y="11906"/>
                </a:lnTo>
                <a:cubicBezTo>
                  <a:pt x="59531" y="5321"/>
                  <a:pt x="54211" y="0"/>
                  <a:pt x="47625" y="0"/>
                </a:cubicBezTo>
                <a:close/>
                <a:moveTo>
                  <a:pt x="0" y="83344"/>
                </a:moveTo>
                <a:lnTo>
                  <a:pt x="0" y="154781"/>
                </a:lnTo>
                <a:cubicBezTo>
                  <a:pt x="0" y="167915"/>
                  <a:pt x="10678" y="178594"/>
                  <a:pt x="23812" y="178594"/>
                </a:cubicBezTo>
                <a:lnTo>
                  <a:pt x="142875" y="178594"/>
                </a:lnTo>
                <a:cubicBezTo>
                  <a:pt x="156009" y="178594"/>
                  <a:pt x="166688" y="167915"/>
                  <a:pt x="166688" y="154781"/>
                </a:cubicBezTo>
                <a:lnTo>
                  <a:pt x="166688" y="83344"/>
                </a:lnTo>
                <a:lnTo>
                  <a:pt x="0" y="83344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1028699" y="5806083"/>
            <a:ext cx="158561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Quattrocento Sans" pitchFamily="34" charset="-122"/>
                <a:cs typeface="Quattrocento Sans" pitchFamily="34" charset="-120"/>
              </a:rPr>
              <a:t>Tháng 1 năm 2026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2604790" y="5748933"/>
            <a:ext cx="9525" cy="381000"/>
          </a:xfrm>
          <a:custGeom>
            <a:avLst/>
            <a:gdLst/>
            <a:ahLst/>
            <a:cxnLst/>
            <a:rect l="l" t="t" r="r" b="b"/>
            <a:pathLst>
              <a:path w="9525" h="381000">
                <a:moveTo>
                  <a:pt x="0" y="0"/>
                </a:moveTo>
                <a:lnTo>
                  <a:pt x="9525" y="0"/>
                </a:lnTo>
                <a:lnTo>
                  <a:pt x="9525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30196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Shape 9"/>
          <p:cNvSpPr/>
          <p:nvPr/>
        </p:nvSpPr>
        <p:spPr>
          <a:xfrm>
            <a:off x="2842915" y="5672733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>
                <a:moveTo>
                  <a:pt x="266700" y="0"/>
                </a:moveTo>
                <a:lnTo>
                  <a:pt x="266700" y="0"/>
                </a:lnTo>
                <a:cubicBezTo>
                  <a:pt x="413896" y="0"/>
                  <a:pt x="533400" y="119504"/>
                  <a:pt x="533400" y="266700"/>
                </a:cubicBezTo>
                <a:lnTo>
                  <a:pt x="533400" y="266700"/>
                </a:lnTo>
                <a:cubicBezTo>
                  <a:pt x="533400" y="413896"/>
                  <a:pt x="413896" y="533400"/>
                  <a:pt x="266700" y="533400"/>
                </a:cubicBezTo>
                <a:lnTo>
                  <a:pt x="266700" y="533400"/>
                </a:lnTo>
                <a:cubicBezTo>
                  <a:pt x="119504" y="533400"/>
                  <a:pt x="0" y="413896"/>
                  <a:pt x="0" y="266700"/>
                </a:cubicBezTo>
                <a:lnTo>
                  <a:pt x="0" y="266700"/>
                </a:lnTo>
                <a:cubicBezTo>
                  <a:pt x="0" y="119504"/>
                  <a:pt x="119504" y="0"/>
                  <a:pt x="266700" y="0"/>
                </a:cubicBezTo>
                <a:close/>
              </a:path>
            </a:pathLst>
          </a:cu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Shape 10"/>
          <p:cNvSpPr/>
          <p:nvPr/>
        </p:nvSpPr>
        <p:spPr>
          <a:xfrm>
            <a:off x="3026271" y="5844183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107156" y="0"/>
                </a:moveTo>
                <a:lnTo>
                  <a:pt x="47625" y="0"/>
                </a:lnTo>
                <a:cubicBezTo>
                  <a:pt x="41039" y="0"/>
                  <a:pt x="35719" y="5321"/>
                  <a:pt x="35719" y="11906"/>
                </a:cubicBezTo>
                <a:cubicBezTo>
                  <a:pt x="35719" y="18492"/>
                  <a:pt x="41039" y="23812"/>
                  <a:pt x="47625" y="23812"/>
                </a:cubicBezTo>
                <a:lnTo>
                  <a:pt x="47625" y="80181"/>
                </a:lnTo>
                <a:lnTo>
                  <a:pt x="2791" y="158614"/>
                </a:lnTo>
                <a:cubicBezTo>
                  <a:pt x="967" y="161851"/>
                  <a:pt x="0" y="165460"/>
                  <a:pt x="0" y="169180"/>
                </a:cubicBezTo>
                <a:cubicBezTo>
                  <a:pt x="0" y="180975"/>
                  <a:pt x="9525" y="190500"/>
                  <a:pt x="21320" y="190500"/>
                </a:cubicBezTo>
                <a:lnTo>
                  <a:pt x="145368" y="190500"/>
                </a:lnTo>
                <a:cubicBezTo>
                  <a:pt x="157125" y="190500"/>
                  <a:pt x="166688" y="180975"/>
                  <a:pt x="166688" y="169180"/>
                </a:cubicBezTo>
                <a:cubicBezTo>
                  <a:pt x="166688" y="165460"/>
                  <a:pt x="165720" y="161813"/>
                  <a:pt x="163897" y="158614"/>
                </a:cubicBezTo>
                <a:lnTo>
                  <a:pt x="119063" y="80181"/>
                </a:lnTo>
                <a:lnTo>
                  <a:pt x="119063" y="23812"/>
                </a:lnTo>
                <a:cubicBezTo>
                  <a:pt x="125648" y="23812"/>
                  <a:pt x="130969" y="18492"/>
                  <a:pt x="130969" y="11906"/>
                </a:cubicBezTo>
                <a:cubicBezTo>
                  <a:pt x="130969" y="5321"/>
                  <a:pt x="125648" y="0"/>
                  <a:pt x="119063" y="0"/>
                </a:cubicBezTo>
                <a:lnTo>
                  <a:pt x="107156" y="0"/>
                </a:lnTo>
                <a:close/>
                <a:moveTo>
                  <a:pt x="71438" y="80181"/>
                </a:moveTo>
                <a:lnTo>
                  <a:pt x="71438" y="23812"/>
                </a:lnTo>
                <a:lnTo>
                  <a:pt x="95250" y="23812"/>
                </a:lnTo>
                <a:lnTo>
                  <a:pt x="95250" y="80181"/>
                </a:lnTo>
                <a:cubicBezTo>
                  <a:pt x="95250" y="84311"/>
                  <a:pt x="96329" y="88404"/>
                  <a:pt x="98375" y="92013"/>
                </a:cubicBezTo>
                <a:lnTo>
                  <a:pt x="113854" y="119063"/>
                </a:lnTo>
                <a:lnTo>
                  <a:pt x="52834" y="119063"/>
                </a:lnTo>
                <a:lnTo>
                  <a:pt x="68312" y="92013"/>
                </a:lnTo>
                <a:cubicBezTo>
                  <a:pt x="70358" y="88404"/>
                  <a:pt x="71438" y="84348"/>
                  <a:pt x="71438" y="80181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1"/>
          <p:cNvSpPr/>
          <p:nvPr/>
        </p:nvSpPr>
        <p:spPr>
          <a:xfrm>
            <a:off x="3490614" y="5748933"/>
            <a:ext cx="21354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Quattrocento Sans" pitchFamily="34" charset="-122"/>
                <a:cs typeface="Quattrocento Sans" pitchFamily="34" charset="-120"/>
              </a:rPr>
              <a:t>Nghiên cứu Khoa học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2318" y="362318"/>
            <a:ext cx="11539828" cy="217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41" b="1" kern="0" spc="228" dirty="0">
                <a:solidFill>
                  <a:srgbClr val="0D9488"/>
                </a:solidFill>
                <a:latin typeface="Arial" pitchFamily="34" charset="0"/>
                <a:ea typeface="Quattrocento Sans" pitchFamily="34" charset="-122"/>
                <a:cs typeface="Quattrocento Sans" pitchFamily="34" charset="-120"/>
              </a:rPr>
              <a:t>Prompt Engineering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62318" y="652172"/>
            <a:ext cx="11684755" cy="1086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423" b="1">
                <a:solidFill>
                  <a:srgbClr val="1E293B"/>
                </a:solidFill>
                <a:latin typeface="Arial" pitchFamily="34" charset="0"/>
                <a:ea typeface="Liter" pitchFamily="34" charset="-122"/>
                <a:cs typeface="Liter" pitchFamily="34" charset="-120"/>
              </a:rPr>
              <a:t>Cài đặt Cursor (hoặc Windsurf) và Miniconda</a:t>
            </a:r>
            <a:endParaRPr lang="en-US" sz="1600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F31AFB70-6D60-7493-11F2-1B00A8F501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318" y="2815637"/>
            <a:ext cx="5535145" cy="204787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0F31AE0C-1D34-4FF4-5B68-64819294990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028" t="4014" r="1335" b="3806"/>
          <a:stretch>
            <a:fillRect/>
          </a:stretch>
        </p:blipFill>
        <p:spPr>
          <a:xfrm>
            <a:off x="6294539" y="2684991"/>
            <a:ext cx="5719482" cy="230916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7E16091-EB9F-E364-BFD4-90C4E2F34DF1}"/>
              </a:ext>
            </a:extLst>
          </p:cNvPr>
          <p:cNvSpPr txBox="1"/>
          <p:nvPr/>
        </p:nvSpPr>
        <p:spPr>
          <a:xfrm>
            <a:off x="1497105" y="5118875"/>
            <a:ext cx="30928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hlinkClick r:id="rId5"/>
              </a:rPr>
              <a:t>https://cursor.com/download</a:t>
            </a:r>
            <a:endParaRPr lang="en-US"/>
          </a:p>
          <a:p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D4D2A1-664F-A8AB-1ACE-9714EAB38FB7}"/>
              </a:ext>
            </a:extLst>
          </p:cNvPr>
          <p:cNvSpPr txBox="1"/>
          <p:nvPr/>
        </p:nvSpPr>
        <p:spPr>
          <a:xfrm>
            <a:off x="7150668" y="5118874"/>
            <a:ext cx="40072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hlinkClick r:id="rId6"/>
              </a:rPr>
              <a:t>https://www.anaconda.com/download</a:t>
            </a:r>
            <a:endParaRPr lang="en-US"/>
          </a:p>
          <a:p>
            <a:endParaRPr lang="en-US"/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79A0FD6-A03C-0161-C610-DA3CE050234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3162" b="26402"/>
          <a:stretch>
            <a:fillRect/>
          </a:stretch>
        </p:blipFill>
        <p:spPr>
          <a:xfrm>
            <a:off x="2985248" y="1811589"/>
            <a:ext cx="6929718" cy="4823012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4572E0B6-43D4-3155-FF15-E181A874EC50}"/>
              </a:ext>
            </a:extLst>
          </p:cNvPr>
          <p:cNvSpPr/>
          <p:nvPr/>
        </p:nvSpPr>
        <p:spPr>
          <a:xfrm>
            <a:off x="3980330" y="1972954"/>
            <a:ext cx="215153" cy="286871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77EB125-E4C3-AF0F-636B-A76E4919EE2F}"/>
              </a:ext>
            </a:extLst>
          </p:cNvPr>
          <p:cNvSpPr/>
          <p:nvPr/>
        </p:nvSpPr>
        <p:spPr>
          <a:xfrm>
            <a:off x="2510118" y="2564625"/>
            <a:ext cx="2608730" cy="66338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0">
            <a:extLst>
              <a:ext uri="{FF2B5EF4-FFF2-40B4-BE49-F238E27FC236}">
                <a16:creationId xmlns:a16="http://schemas.microsoft.com/office/drawing/2014/main" id="{2A3B439B-26CB-67FB-C73F-FEFA7B9A38CC}"/>
              </a:ext>
            </a:extLst>
          </p:cNvPr>
          <p:cNvSpPr/>
          <p:nvPr/>
        </p:nvSpPr>
        <p:spPr>
          <a:xfrm>
            <a:off x="362318" y="362318"/>
            <a:ext cx="11539828" cy="217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41" b="1" kern="0" spc="228" dirty="0">
                <a:solidFill>
                  <a:srgbClr val="0D9488"/>
                </a:solidFill>
                <a:latin typeface="Arial" pitchFamily="34" charset="0"/>
                <a:ea typeface="Quattrocento Sans" pitchFamily="34" charset="-122"/>
                <a:cs typeface="Quattrocento Sans" pitchFamily="34" charset="-120"/>
              </a:rPr>
              <a:t>Prompt Engineering</a:t>
            </a:r>
            <a:endParaRPr lang="en-US" sz="1600" dirty="0"/>
          </a:p>
        </p:txBody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8002ED17-C4EF-C6DD-32C7-DC2A2D0D5F2E}"/>
              </a:ext>
            </a:extLst>
          </p:cNvPr>
          <p:cNvSpPr/>
          <p:nvPr/>
        </p:nvSpPr>
        <p:spPr>
          <a:xfrm>
            <a:off x="362318" y="652172"/>
            <a:ext cx="11684755" cy="1086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423" b="1">
                <a:solidFill>
                  <a:srgbClr val="1E293B"/>
                </a:solidFill>
                <a:latin typeface="Arial" pitchFamily="34" charset="0"/>
                <a:ea typeface="Liter" pitchFamily="34" charset="-122"/>
                <a:cs typeface="Liter" pitchFamily="34" charset="-120"/>
              </a:rPr>
              <a:t>Cài plug-in python trên Cursor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2031954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5D6B16-285F-D952-85AB-D796C2562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0">
            <a:extLst>
              <a:ext uri="{FF2B5EF4-FFF2-40B4-BE49-F238E27FC236}">
                <a16:creationId xmlns:a16="http://schemas.microsoft.com/office/drawing/2014/main" id="{4E88E826-DA91-C2EC-4BD9-0A2EC546045D}"/>
              </a:ext>
            </a:extLst>
          </p:cNvPr>
          <p:cNvSpPr/>
          <p:nvPr/>
        </p:nvSpPr>
        <p:spPr>
          <a:xfrm>
            <a:off x="362318" y="362318"/>
            <a:ext cx="11539828" cy="217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41" b="1" kern="0" spc="228" dirty="0">
                <a:solidFill>
                  <a:srgbClr val="0D9488"/>
                </a:solidFill>
                <a:latin typeface="Arial" pitchFamily="34" charset="0"/>
                <a:ea typeface="Quattrocento Sans" pitchFamily="34" charset="-122"/>
                <a:cs typeface="Quattrocento Sans" pitchFamily="34" charset="-120"/>
              </a:rPr>
              <a:t>Prompt Engineering</a:t>
            </a:r>
            <a:endParaRPr lang="en-US" sz="1600" dirty="0"/>
          </a:p>
        </p:txBody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5259C472-7367-0447-6DC6-83BB27779102}"/>
              </a:ext>
            </a:extLst>
          </p:cNvPr>
          <p:cNvSpPr/>
          <p:nvPr/>
        </p:nvSpPr>
        <p:spPr>
          <a:xfrm>
            <a:off x="362318" y="652172"/>
            <a:ext cx="11684755" cy="1086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423" b="1">
                <a:solidFill>
                  <a:srgbClr val="1E293B"/>
                </a:solidFill>
                <a:latin typeface="Arial" pitchFamily="34" charset="0"/>
                <a:ea typeface="Liter" pitchFamily="34" charset="-122"/>
                <a:cs typeface="Liter" pitchFamily="34" charset="-120"/>
              </a:rPr>
              <a:t>Cài plug-in python trên Cursor</a:t>
            </a:r>
            <a:endParaRPr lang="en-US" sz="16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CC8E082-AD5A-94D0-5C64-AD3F64D4613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853" r="28823" b="82763"/>
          <a:stretch>
            <a:fillRect/>
          </a:stretch>
        </p:blipFill>
        <p:spPr>
          <a:xfrm>
            <a:off x="145069" y="3971910"/>
            <a:ext cx="5589585" cy="1253181"/>
          </a:xfrm>
          <a:prstGeom prst="rect">
            <a:avLst/>
          </a:prstGeom>
        </p:spPr>
      </p:pic>
      <p:sp>
        <p:nvSpPr>
          <p:cNvPr id="9" name="Shape 2">
            <a:extLst>
              <a:ext uri="{FF2B5EF4-FFF2-40B4-BE49-F238E27FC236}">
                <a16:creationId xmlns:a16="http://schemas.microsoft.com/office/drawing/2014/main" id="{24F66F9A-129A-2A08-1CAB-31FB2D171C29}"/>
              </a:ext>
            </a:extLst>
          </p:cNvPr>
          <p:cNvSpPr/>
          <p:nvPr/>
        </p:nvSpPr>
        <p:spPr>
          <a:xfrm>
            <a:off x="362318" y="1956517"/>
            <a:ext cx="5624987" cy="1798003"/>
          </a:xfrm>
          <a:custGeom>
            <a:avLst/>
            <a:gdLst/>
            <a:ahLst/>
            <a:cxnLst/>
            <a:rect l="l" t="t" r="r" b="b"/>
            <a:pathLst>
              <a:path w="5624987" h="2925718">
                <a:moveTo>
                  <a:pt x="144940" y="0"/>
                </a:moveTo>
                <a:lnTo>
                  <a:pt x="5480047" y="0"/>
                </a:lnTo>
                <a:cubicBezTo>
                  <a:pt x="5560095" y="0"/>
                  <a:pt x="5624987" y="64892"/>
                  <a:pt x="5624987" y="144940"/>
                </a:cubicBezTo>
                <a:lnTo>
                  <a:pt x="5624987" y="2780778"/>
                </a:lnTo>
                <a:cubicBezTo>
                  <a:pt x="5624987" y="2860772"/>
                  <a:pt x="5560041" y="2925718"/>
                  <a:pt x="5480047" y="2925718"/>
                </a:cubicBezTo>
                <a:lnTo>
                  <a:pt x="144940" y="2925718"/>
                </a:lnTo>
                <a:cubicBezTo>
                  <a:pt x="64892" y="2925718"/>
                  <a:pt x="0" y="2860826"/>
                  <a:pt x="0" y="2780778"/>
                </a:cubicBezTo>
                <a:lnTo>
                  <a:pt x="0" y="144940"/>
                </a:lnTo>
                <a:cubicBezTo>
                  <a:pt x="0" y="64945"/>
                  <a:pt x="64945" y="0"/>
                  <a:pt x="144940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35869" dist="90579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3">
            <a:extLst>
              <a:ext uri="{FF2B5EF4-FFF2-40B4-BE49-F238E27FC236}">
                <a16:creationId xmlns:a16="http://schemas.microsoft.com/office/drawing/2014/main" id="{0D7FD719-A16D-2315-3A74-CEE0C8EE4304}"/>
              </a:ext>
            </a:extLst>
          </p:cNvPr>
          <p:cNvSpPr/>
          <p:nvPr/>
        </p:nvSpPr>
        <p:spPr>
          <a:xfrm>
            <a:off x="579709" y="2173908"/>
            <a:ext cx="579709" cy="579709"/>
          </a:xfrm>
          <a:custGeom>
            <a:avLst/>
            <a:gdLst/>
            <a:ahLst/>
            <a:cxnLst/>
            <a:rect l="l" t="t" r="r" b="b"/>
            <a:pathLst>
              <a:path w="579709" h="579709">
                <a:moveTo>
                  <a:pt x="289854" y="0"/>
                </a:moveTo>
                <a:lnTo>
                  <a:pt x="289854" y="0"/>
                </a:lnTo>
                <a:cubicBezTo>
                  <a:pt x="449937" y="0"/>
                  <a:pt x="579709" y="129772"/>
                  <a:pt x="579709" y="289854"/>
                </a:cubicBezTo>
                <a:lnTo>
                  <a:pt x="579709" y="289854"/>
                </a:lnTo>
                <a:cubicBezTo>
                  <a:pt x="579709" y="449937"/>
                  <a:pt x="449937" y="579709"/>
                  <a:pt x="289854" y="579709"/>
                </a:cubicBezTo>
                <a:lnTo>
                  <a:pt x="289854" y="579709"/>
                </a:lnTo>
                <a:cubicBezTo>
                  <a:pt x="129772" y="579709"/>
                  <a:pt x="0" y="449937"/>
                  <a:pt x="0" y="289854"/>
                </a:cubicBezTo>
                <a:lnTo>
                  <a:pt x="0" y="289854"/>
                </a:lnTo>
                <a:cubicBezTo>
                  <a:pt x="0" y="129772"/>
                  <a:pt x="129772" y="0"/>
                  <a:pt x="289854" y="0"/>
                </a:cubicBezTo>
                <a:close/>
              </a:path>
            </a:pathLst>
          </a:cu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Shape 4">
            <a:extLst>
              <a:ext uri="{FF2B5EF4-FFF2-40B4-BE49-F238E27FC236}">
                <a16:creationId xmlns:a16="http://schemas.microsoft.com/office/drawing/2014/main" id="{E8596386-A917-C386-3B7D-7F53DFB3FDD1}"/>
              </a:ext>
            </a:extLst>
          </p:cNvPr>
          <p:cNvSpPr/>
          <p:nvPr/>
        </p:nvSpPr>
        <p:spPr>
          <a:xfrm>
            <a:off x="788042" y="2355067"/>
            <a:ext cx="163043" cy="217391"/>
          </a:xfrm>
          <a:custGeom>
            <a:avLst/>
            <a:gdLst/>
            <a:ahLst/>
            <a:cxnLst/>
            <a:rect l="l" t="t" r="r" b="b"/>
            <a:pathLst>
              <a:path w="163043" h="217391">
                <a:moveTo>
                  <a:pt x="124363" y="163043"/>
                </a:moveTo>
                <a:cubicBezTo>
                  <a:pt x="127462" y="153575"/>
                  <a:pt x="133661" y="144998"/>
                  <a:pt x="140667" y="137610"/>
                </a:cubicBezTo>
                <a:cubicBezTo>
                  <a:pt x="154551" y="123004"/>
                  <a:pt x="163043" y="103261"/>
                  <a:pt x="163043" y="81522"/>
                </a:cubicBezTo>
                <a:cubicBezTo>
                  <a:pt x="163043" y="36515"/>
                  <a:pt x="126528" y="0"/>
                  <a:pt x="81522" y="0"/>
                </a:cubicBezTo>
                <a:cubicBezTo>
                  <a:pt x="36515" y="0"/>
                  <a:pt x="0" y="36515"/>
                  <a:pt x="0" y="81522"/>
                </a:cubicBezTo>
                <a:cubicBezTo>
                  <a:pt x="0" y="103261"/>
                  <a:pt x="8492" y="123004"/>
                  <a:pt x="22376" y="137610"/>
                </a:cubicBezTo>
                <a:cubicBezTo>
                  <a:pt x="29382" y="144998"/>
                  <a:pt x="35623" y="153575"/>
                  <a:pt x="38680" y="163043"/>
                </a:cubicBezTo>
                <a:lnTo>
                  <a:pt x="124320" y="163043"/>
                </a:lnTo>
                <a:close/>
                <a:moveTo>
                  <a:pt x="122282" y="183423"/>
                </a:moveTo>
                <a:lnTo>
                  <a:pt x="40761" y="183423"/>
                </a:lnTo>
                <a:lnTo>
                  <a:pt x="40761" y="190217"/>
                </a:lnTo>
                <a:cubicBezTo>
                  <a:pt x="40761" y="208984"/>
                  <a:pt x="55961" y="224184"/>
                  <a:pt x="74728" y="224184"/>
                </a:cubicBezTo>
                <a:lnTo>
                  <a:pt x="88315" y="224184"/>
                </a:lnTo>
                <a:cubicBezTo>
                  <a:pt x="107082" y="224184"/>
                  <a:pt x="122282" y="208984"/>
                  <a:pt x="122282" y="190217"/>
                </a:cubicBezTo>
                <a:lnTo>
                  <a:pt x="122282" y="183423"/>
                </a:lnTo>
                <a:close/>
                <a:moveTo>
                  <a:pt x="78125" y="47554"/>
                </a:moveTo>
                <a:cubicBezTo>
                  <a:pt x="61226" y="47554"/>
                  <a:pt x="47554" y="61226"/>
                  <a:pt x="47554" y="78125"/>
                </a:cubicBezTo>
                <a:cubicBezTo>
                  <a:pt x="47554" y="83772"/>
                  <a:pt x="43011" y="88315"/>
                  <a:pt x="37364" y="88315"/>
                </a:cubicBezTo>
                <a:cubicBezTo>
                  <a:pt x="31717" y="88315"/>
                  <a:pt x="27174" y="83772"/>
                  <a:pt x="27174" y="78125"/>
                </a:cubicBezTo>
                <a:cubicBezTo>
                  <a:pt x="27174" y="49974"/>
                  <a:pt x="49974" y="27174"/>
                  <a:pt x="78125" y="27174"/>
                </a:cubicBezTo>
                <a:cubicBezTo>
                  <a:pt x="83772" y="27174"/>
                  <a:pt x="88315" y="31717"/>
                  <a:pt x="88315" y="37364"/>
                </a:cubicBezTo>
                <a:cubicBezTo>
                  <a:pt x="88315" y="43011"/>
                  <a:pt x="83772" y="47554"/>
                  <a:pt x="78125" y="47554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5">
            <a:extLst>
              <a:ext uri="{FF2B5EF4-FFF2-40B4-BE49-F238E27FC236}">
                <a16:creationId xmlns:a16="http://schemas.microsoft.com/office/drawing/2014/main" id="{CE851A79-33DD-A284-41AB-031B65540064}"/>
              </a:ext>
            </a:extLst>
          </p:cNvPr>
          <p:cNvSpPr/>
          <p:nvPr/>
        </p:nvSpPr>
        <p:spPr>
          <a:xfrm>
            <a:off x="1304344" y="2300719"/>
            <a:ext cx="4074479" cy="326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140" b="1">
                <a:solidFill>
                  <a:srgbClr val="1E293B"/>
                </a:solidFill>
                <a:latin typeface="Arial" pitchFamily="34" charset="0"/>
                <a:ea typeface="Liter" pitchFamily="34" charset="-122"/>
                <a:cs typeface="Liter" pitchFamily="34" charset="-120"/>
              </a:rPr>
              <a:t>Thêm miniconda vào Cursor</a:t>
            </a:r>
            <a:endParaRPr lang="en-US" sz="1600" dirty="0"/>
          </a:p>
        </p:txBody>
      </p:sp>
      <p:sp>
        <p:nvSpPr>
          <p:cNvPr id="13" name="Text 6">
            <a:extLst>
              <a:ext uri="{FF2B5EF4-FFF2-40B4-BE49-F238E27FC236}">
                <a16:creationId xmlns:a16="http://schemas.microsoft.com/office/drawing/2014/main" id="{23940198-167A-E617-163D-9FCB8CFDD6EF}"/>
              </a:ext>
            </a:extLst>
          </p:cNvPr>
          <p:cNvSpPr/>
          <p:nvPr/>
        </p:nvSpPr>
        <p:spPr>
          <a:xfrm>
            <a:off x="579709" y="2971007"/>
            <a:ext cx="5271727" cy="5344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84">
                <a:solidFill>
                  <a:srgbClr val="1E293B"/>
                </a:solidFill>
                <a:latin typeface="Arial" pitchFamily="34" charset="0"/>
                <a:ea typeface="Quattrocento Sans" pitchFamily="34" charset="-122"/>
                <a:cs typeface="Quattrocento Sans" pitchFamily="34" charset="-120"/>
              </a:rPr>
              <a:t>Ấn </a:t>
            </a:r>
            <a:r>
              <a:rPr lang="en-US" sz="1284" b="1">
                <a:solidFill>
                  <a:srgbClr val="0D9488"/>
                </a:solidFill>
                <a:latin typeface="Arial" pitchFamily="34" charset="0"/>
                <a:ea typeface="Quattrocento Sans" pitchFamily="34" charset="-122"/>
                <a:cs typeface="Quattrocento Sans" pitchFamily="34" charset="-120"/>
              </a:rPr>
              <a:t>Ctrl +Shift + P</a:t>
            </a:r>
            <a:r>
              <a:rPr lang="en-US" sz="1284">
                <a:solidFill>
                  <a:srgbClr val="1E293B"/>
                </a:solidFill>
                <a:latin typeface="Arial" pitchFamily="34" charset="0"/>
                <a:ea typeface="Quattrocento Sans" pitchFamily="34" charset="-122"/>
                <a:cs typeface="Quattrocento Sans" pitchFamily="34" charset="-120"/>
              </a:rPr>
              <a:t> gõ “Python: Select interpreter”, chọn một môi trường nào đó, mặc định là “base”</a:t>
            </a:r>
            <a:endParaRPr lang="en-US" sz="1600" dirty="0"/>
          </a:p>
        </p:txBody>
      </p:sp>
      <p:sp>
        <p:nvSpPr>
          <p:cNvPr id="17" name="Shape 10">
            <a:extLst>
              <a:ext uri="{FF2B5EF4-FFF2-40B4-BE49-F238E27FC236}">
                <a16:creationId xmlns:a16="http://schemas.microsoft.com/office/drawing/2014/main" id="{7EAB1220-7578-AB02-908C-CA5561814D9C}"/>
              </a:ext>
            </a:extLst>
          </p:cNvPr>
          <p:cNvSpPr/>
          <p:nvPr/>
        </p:nvSpPr>
        <p:spPr>
          <a:xfrm>
            <a:off x="6203563" y="1956517"/>
            <a:ext cx="5624987" cy="1798003"/>
          </a:xfrm>
          <a:custGeom>
            <a:avLst/>
            <a:gdLst/>
            <a:ahLst/>
            <a:cxnLst/>
            <a:rect l="l" t="t" r="r" b="b"/>
            <a:pathLst>
              <a:path w="5624987" h="2925718">
                <a:moveTo>
                  <a:pt x="144940" y="0"/>
                </a:moveTo>
                <a:lnTo>
                  <a:pt x="5480047" y="0"/>
                </a:lnTo>
                <a:cubicBezTo>
                  <a:pt x="5560095" y="0"/>
                  <a:pt x="5624987" y="64892"/>
                  <a:pt x="5624987" y="144940"/>
                </a:cubicBezTo>
                <a:lnTo>
                  <a:pt x="5624987" y="2780778"/>
                </a:lnTo>
                <a:cubicBezTo>
                  <a:pt x="5624987" y="2860772"/>
                  <a:pt x="5560041" y="2925718"/>
                  <a:pt x="5480047" y="2925718"/>
                </a:cubicBezTo>
                <a:lnTo>
                  <a:pt x="144940" y="2925718"/>
                </a:lnTo>
                <a:cubicBezTo>
                  <a:pt x="64892" y="2925718"/>
                  <a:pt x="0" y="2860826"/>
                  <a:pt x="0" y="2780778"/>
                </a:cubicBezTo>
                <a:lnTo>
                  <a:pt x="0" y="144940"/>
                </a:lnTo>
                <a:cubicBezTo>
                  <a:pt x="0" y="64945"/>
                  <a:pt x="64945" y="0"/>
                  <a:pt x="144940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35869" dist="90579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1">
            <a:extLst>
              <a:ext uri="{FF2B5EF4-FFF2-40B4-BE49-F238E27FC236}">
                <a16:creationId xmlns:a16="http://schemas.microsoft.com/office/drawing/2014/main" id="{52B92A72-3EF0-2E58-70A1-11DA0D6539CF}"/>
              </a:ext>
            </a:extLst>
          </p:cNvPr>
          <p:cNvSpPr/>
          <p:nvPr/>
        </p:nvSpPr>
        <p:spPr>
          <a:xfrm>
            <a:off x="6420954" y="2173908"/>
            <a:ext cx="579709" cy="579709"/>
          </a:xfrm>
          <a:custGeom>
            <a:avLst/>
            <a:gdLst/>
            <a:ahLst/>
            <a:cxnLst/>
            <a:rect l="l" t="t" r="r" b="b"/>
            <a:pathLst>
              <a:path w="579709" h="579709">
                <a:moveTo>
                  <a:pt x="289854" y="0"/>
                </a:moveTo>
                <a:lnTo>
                  <a:pt x="289854" y="0"/>
                </a:lnTo>
                <a:cubicBezTo>
                  <a:pt x="449937" y="0"/>
                  <a:pt x="579709" y="129772"/>
                  <a:pt x="579709" y="289854"/>
                </a:cubicBezTo>
                <a:lnTo>
                  <a:pt x="579709" y="289854"/>
                </a:lnTo>
                <a:cubicBezTo>
                  <a:pt x="579709" y="449937"/>
                  <a:pt x="449937" y="579709"/>
                  <a:pt x="289854" y="579709"/>
                </a:cubicBezTo>
                <a:lnTo>
                  <a:pt x="289854" y="579709"/>
                </a:lnTo>
                <a:cubicBezTo>
                  <a:pt x="129772" y="579709"/>
                  <a:pt x="0" y="449937"/>
                  <a:pt x="0" y="289854"/>
                </a:cubicBezTo>
                <a:lnTo>
                  <a:pt x="0" y="289854"/>
                </a:lnTo>
                <a:cubicBezTo>
                  <a:pt x="0" y="129772"/>
                  <a:pt x="129772" y="0"/>
                  <a:pt x="289854" y="0"/>
                </a:cubicBezTo>
                <a:close/>
              </a:path>
            </a:pathLst>
          </a:custGeom>
          <a:solidFill>
            <a:srgbClr val="DC262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3">
            <a:extLst>
              <a:ext uri="{FF2B5EF4-FFF2-40B4-BE49-F238E27FC236}">
                <a16:creationId xmlns:a16="http://schemas.microsoft.com/office/drawing/2014/main" id="{7BBB275F-9159-CD30-FD25-E0E97B8EE9A0}"/>
              </a:ext>
            </a:extLst>
          </p:cNvPr>
          <p:cNvSpPr/>
          <p:nvPr/>
        </p:nvSpPr>
        <p:spPr>
          <a:xfrm>
            <a:off x="7145590" y="2300719"/>
            <a:ext cx="2554464" cy="326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140" b="1">
                <a:solidFill>
                  <a:srgbClr val="1E293B"/>
                </a:solidFill>
                <a:latin typeface="Arial" pitchFamily="34" charset="0"/>
                <a:ea typeface="Liter" pitchFamily="34" charset="-122"/>
                <a:cs typeface="Liter" pitchFamily="34" charset="-120"/>
              </a:rPr>
              <a:t>Chỉnh lại terminal</a:t>
            </a:r>
            <a:endParaRPr lang="en-US" sz="1600" dirty="0"/>
          </a:p>
        </p:txBody>
      </p:sp>
      <p:sp>
        <p:nvSpPr>
          <p:cNvPr id="21" name="Text 14">
            <a:extLst>
              <a:ext uri="{FF2B5EF4-FFF2-40B4-BE49-F238E27FC236}">
                <a16:creationId xmlns:a16="http://schemas.microsoft.com/office/drawing/2014/main" id="{73075C66-598A-DFE1-6F0D-7B30CA9BBBA5}"/>
              </a:ext>
            </a:extLst>
          </p:cNvPr>
          <p:cNvSpPr/>
          <p:nvPr/>
        </p:nvSpPr>
        <p:spPr>
          <a:xfrm>
            <a:off x="6420954" y="2971007"/>
            <a:ext cx="5271727" cy="5344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84">
                <a:solidFill>
                  <a:srgbClr val="1E293B"/>
                </a:solidFill>
                <a:latin typeface="Arial" pitchFamily="34" charset="0"/>
                <a:ea typeface="Quattrocento Sans" pitchFamily="34" charset="-122"/>
                <a:cs typeface="Quattrocento Sans" pitchFamily="34" charset="-120"/>
              </a:rPr>
              <a:t>Ấn </a:t>
            </a:r>
            <a:r>
              <a:rPr lang="en-US" sz="1284" b="1">
                <a:solidFill>
                  <a:srgbClr val="0D9488"/>
                </a:solidFill>
                <a:latin typeface="Arial" pitchFamily="34" charset="0"/>
                <a:ea typeface="Quattrocento Sans" pitchFamily="34" charset="-122"/>
                <a:cs typeface="Quattrocento Sans" pitchFamily="34" charset="-120"/>
              </a:rPr>
              <a:t>Ctrl +Shift + P</a:t>
            </a:r>
            <a:r>
              <a:rPr lang="en-US" sz="1284">
                <a:solidFill>
                  <a:srgbClr val="1E293B"/>
                </a:solidFill>
                <a:latin typeface="Arial" pitchFamily="34" charset="0"/>
                <a:ea typeface="Quattrocento Sans" pitchFamily="34" charset="-122"/>
                <a:cs typeface="Quattrocento Sans" pitchFamily="34" charset="-120"/>
              </a:rPr>
              <a:t> gõ “Terminal: Select Default Profile”, chọn “Command prompt”</a:t>
            </a:r>
            <a:endParaRPr lang="en-US" sz="160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5E4E96E2-2705-2561-ABFB-5861450A0C0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9990"/>
          <a:stretch>
            <a:fillRect/>
          </a:stretch>
        </p:blipFill>
        <p:spPr>
          <a:xfrm>
            <a:off x="788042" y="5581041"/>
            <a:ext cx="4421875" cy="1129553"/>
          </a:xfrm>
          <a:prstGeom prst="rect">
            <a:avLst/>
          </a:prstGeom>
        </p:spPr>
      </p:pic>
      <p:sp>
        <p:nvSpPr>
          <p:cNvPr id="31" name="Shape 4">
            <a:extLst>
              <a:ext uri="{FF2B5EF4-FFF2-40B4-BE49-F238E27FC236}">
                <a16:creationId xmlns:a16="http://schemas.microsoft.com/office/drawing/2014/main" id="{56CFAC1A-5E1E-56BD-A65C-7CFA62E3CBC4}"/>
              </a:ext>
            </a:extLst>
          </p:cNvPr>
          <p:cNvSpPr/>
          <p:nvPr/>
        </p:nvSpPr>
        <p:spPr>
          <a:xfrm>
            <a:off x="6629286" y="2373701"/>
            <a:ext cx="163043" cy="217391"/>
          </a:xfrm>
          <a:custGeom>
            <a:avLst/>
            <a:gdLst/>
            <a:ahLst/>
            <a:cxnLst/>
            <a:rect l="l" t="t" r="r" b="b"/>
            <a:pathLst>
              <a:path w="163043" h="217391">
                <a:moveTo>
                  <a:pt x="124363" y="163043"/>
                </a:moveTo>
                <a:cubicBezTo>
                  <a:pt x="127462" y="153575"/>
                  <a:pt x="133661" y="144998"/>
                  <a:pt x="140667" y="137610"/>
                </a:cubicBezTo>
                <a:cubicBezTo>
                  <a:pt x="154551" y="123004"/>
                  <a:pt x="163043" y="103261"/>
                  <a:pt x="163043" y="81522"/>
                </a:cubicBezTo>
                <a:cubicBezTo>
                  <a:pt x="163043" y="36515"/>
                  <a:pt x="126528" y="0"/>
                  <a:pt x="81522" y="0"/>
                </a:cubicBezTo>
                <a:cubicBezTo>
                  <a:pt x="36515" y="0"/>
                  <a:pt x="0" y="36515"/>
                  <a:pt x="0" y="81522"/>
                </a:cubicBezTo>
                <a:cubicBezTo>
                  <a:pt x="0" y="103261"/>
                  <a:pt x="8492" y="123004"/>
                  <a:pt x="22376" y="137610"/>
                </a:cubicBezTo>
                <a:cubicBezTo>
                  <a:pt x="29382" y="144998"/>
                  <a:pt x="35623" y="153575"/>
                  <a:pt x="38680" y="163043"/>
                </a:cubicBezTo>
                <a:lnTo>
                  <a:pt x="124320" y="163043"/>
                </a:lnTo>
                <a:close/>
                <a:moveTo>
                  <a:pt x="122282" y="183423"/>
                </a:moveTo>
                <a:lnTo>
                  <a:pt x="40761" y="183423"/>
                </a:lnTo>
                <a:lnTo>
                  <a:pt x="40761" y="190217"/>
                </a:lnTo>
                <a:cubicBezTo>
                  <a:pt x="40761" y="208984"/>
                  <a:pt x="55961" y="224184"/>
                  <a:pt x="74728" y="224184"/>
                </a:cubicBezTo>
                <a:lnTo>
                  <a:pt x="88315" y="224184"/>
                </a:lnTo>
                <a:cubicBezTo>
                  <a:pt x="107082" y="224184"/>
                  <a:pt x="122282" y="208984"/>
                  <a:pt x="122282" y="190217"/>
                </a:cubicBezTo>
                <a:lnTo>
                  <a:pt x="122282" y="183423"/>
                </a:lnTo>
                <a:close/>
                <a:moveTo>
                  <a:pt x="78125" y="47554"/>
                </a:moveTo>
                <a:cubicBezTo>
                  <a:pt x="61226" y="47554"/>
                  <a:pt x="47554" y="61226"/>
                  <a:pt x="47554" y="78125"/>
                </a:cubicBezTo>
                <a:cubicBezTo>
                  <a:pt x="47554" y="83772"/>
                  <a:pt x="43011" y="88315"/>
                  <a:pt x="37364" y="88315"/>
                </a:cubicBezTo>
                <a:cubicBezTo>
                  <a:pt x="31717" y="88315"/>
                  <a:pt x="27174" y="83772"/>
                  <a:pt x="27174" y="78125"/>
                </a:cubicBezTo>
                <a:cubicBezTo>
                  <a:pt x="27174" y="49974"/>
                  <a:pt x="49974" y="27174"/>
                  <a:pt x="78125" y="27174"/>
                </a:cubicBezTo>
                <a:cubicBezTo>
                  <a:pt x="83772" y="27174"/>
                  <a:pt x="88315" y="31717"/>
                  <a:pt x="88315" y="37364"/>
                </a:cubicBezTo>
                <a:cubicBezTo>
                  <a:pt x="88315" y="43011"/>
                  <a:pt x="83772" y="47554"/>
                  <a:pt x="78125" y="47554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230B543E-3A9A-A872-BE56-C10E7207D45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44563"/>
          <a:stretch>
            <a:fillRect/>
          </a:stretch>
        </p:blipFill>
        <p:spPr>
          <a:xfrm>
            <a:off x="6254730" y="3954313"/>
            <a:ext cx="5619750" cy="1325376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F755C89D-5B91-1B7A-E00E-80EA397005D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42366"/>
          <a:stretch>
            <a:fillRect/>
          </a:stretch>
        </p:blipFill>
        <p:spPr>
          <a:xfrm>
            <a:off x="6254730" y="5551202"/>
            <a:ext cx="5638800" cy="1086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903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7" grpId="0" animBg="1"/>
      <p:bldP spid="18" grpId="0" animBg="1"/>
      <p:bldP spid="20" grpId="0" animBg="1"/>
      <p:bldP spid="21" grpId="0" animBg="1"/>
      <p:bldP spid="3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112</Words>
  <Application>Microsoft Office PowerPoint</Application>
  <PresentationFormat>Widescreen</PresentationFormat>
  <Paragraphs>18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Minh Dang</dc:creator>
  <cp:lastModifiedBy>Minh Dang</cp:lastModifiedBy>
  <cp:revision>2</cp:revision>
  <dcterms:created xsi:type="dcterms:W3CDTF">2026-01-28T06:36:11Z</dcterms:created>
  <dcterms:modified xsi:type="dcterms:W3CDTF">2026-01-28T07:34:07Z</dcterms:modified>
</cp:coreProperties>
</file>